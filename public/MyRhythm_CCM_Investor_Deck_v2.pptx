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MyRhythm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 Cognitive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Standard for Continuous Cognitive Support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69M+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cases globally/yr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$40B+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US cost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12648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solutions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Seed Round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DISCHARGE CLIFF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care ends. Real life begins. Nothing bridges the gap.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920240" cy="128016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19202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breakdown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1997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0" y="1463040"/>
            <a:ext cx="1920240" cy="128016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463040"/>
            <a:ext cx="19202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3464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employment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Shames 2007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46320" y="1463040"/>
            <a:ext cx="1920240" cy="128016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463040"/>
            <a:ext cx="19202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3776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 within 5 years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49440" y="1463040"/>
            <a:ext cx="1920240" cy="128016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1463040"/>
            <a:ext cx="19202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$40B+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4088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US healthcare cost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 2021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" y="3017520"/>
            <a:ext cx="1920240" cy="128016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017520"/>
            <a:ext cx="19202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31520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depression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Natl Academies 2022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0" y="3017520"/>
            <a:ext cx="1920240" cy="128016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0" y="3017520"/>
            <a:ext cx="19202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834640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wellbeing affected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3464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UKABIF 2019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46320" y="3017520"/>
            <a:ext cx="1920240" cy="128016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017520"/>
            <a:ext cx="19202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937760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difficulties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Dikmen 2009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49440" y="3017520"/>
            <a:ext cx="1920240" cy="128016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49440" y="3017520"/>
            <a:ext cx="19202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2" name="Text 40"/>
          <p:cNvSpPr/>
          <p:nvPr/>
        </p:nvSpPr>
        <p:spPr>
          <a:xfrm>
            <a:off x="694944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57%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040880" y="3611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self-confidence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4088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Gracey 2008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CCM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pillars. One continuous 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20040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97480" cy="54864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6459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Digitises caregiver scaffolding via Support Circles and Sync-Point dashboards. Reduces relational friction.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371600"/>
            <a:ext cx="2697480" cy="320040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371600"/>
            <a:ext cx="2697480" cy="54864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459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0440" y="29260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Rhythmic Intelligence predicts cognitive crashes. The Cognitive Metronome provides regulation based on environmental data.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371600"/>
            <a:ext cx="2697480" cy="320040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371600"/>
            <a:ext cx="2697480" cy="54864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6459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00800" y="29260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Energy-aware scheduling and Memory Bridge sustain performance. Clinical gains become functional life-skills.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Implementation Gap and the Ecological Gap — from clinic to life.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0" y="182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$40B+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0" y="777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863840" cy="77724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Acquired Brain Injury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5448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69M cases/yr globally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0" y="13716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TBI, stroke, aneurysm — the core market. Zero continuous digital solutions post-discharge.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194560"/>
            <a:ext cx="7863840" cy="77724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21945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317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ADHD &amp; Executive Function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55448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366M adults worldwide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0" y="22860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cognitive challenges: scheduling, memory, task completion. CCM applies directly.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40080" y="3108960"/>
            <a:ext cx="7863840" cy="77724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31089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461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COVID Cognitive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55448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65M+ cases globally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0" y="32004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fog, fatigue management, cognitive pacing — emerging and underserved.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0080" y="4023360"/>
            <a:ext cx="54864" cy="7772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6052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5448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Sclerosis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55448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2.8M worldwide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572000" y="4114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cognitive decline needs continuous management, not episodic clinical visits.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LEAP PLATFORM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integrated capabilities. One rhythm.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160020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97480" cy="457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Rhythmic Intelligence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920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energy patterns and cognitive capacity. Schedules around your natural rhythm.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280160"/>
            <a:ext cx="2697480" cy="160020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280160"/>
            <a:ext cx="2697480" cy="4572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4630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Bridge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0" y="1920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conversations, extracts actions, bridges memory gaps between meetings.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280160"/>
            <a:ext cx="2697480" cy="160020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280160"/>
            <a:ext cx="2697480" cy="4572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630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Circles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55080" y="1920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people receive structured visibility. Accountability without surveillance.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108960"/>
            <a:ext cx="2697480" cy="160020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108960"/>
            <a:ext cx="2697480" cy="457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918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Cognitive Metronome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3749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pacing guidance. Prevents cognitive overload before it happens.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37560" y="3108960"/>
            <a:ext cx="2697480" cy="160020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37560" y="3108960"/>
            <a:ext cx="2697480" cy="4572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329184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Energy-Aware Calendar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74720" y="3749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matched to energy. High-demand work meets peak capacity windows.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3108960"/>
            <a:ext cx="2697480" cy="160020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108960"/>
            <a:ext cx="2697480" cy="4572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29184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1228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Sync-Point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55080" y="3749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dashboard for shared visibility. Reduces conflict. Builds trust.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streams. Recurring. Scalable.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08760"/>
            <a:ext cx="9144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116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B2C Subscriptions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1755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£9.99/mo Individual  |  £14.99/mo Family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9659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Direct-to-consumer via app stores. Freemium conversion funnel with 7-day trial.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7863840" cy="100584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697480"/>
            <a:ext cx="914400" cy="685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974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116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/ Clinical Licensing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29443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£499–£2,999/mo per organisation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31546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 centres, NHS trusts, insurance partners. Per-seat or site licensing.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7863840" cy="100584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886200"/>
            <a:ext cx="914400" cy="685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862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01168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&amp; Data Insights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11680" y="4133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£29.99/mo Pro  |  Custom enterprise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43434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analytics, cognitive reports, anonymised research data partnerships.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0" y="4206240"/>
            <a:ext cx="4572000" cy="640080"/>
          </a:xfrm>
          <a:prstGeom prst="rect">
            <a:avLst/>
          </a:prstGeom>
          <a:solidFill>
            <a:srgbClr val="161836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286000" y="4206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£500K ARR by Dec 2026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&amp; MILESTONES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65960" cy="320040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1965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built &amp; live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methodology defined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preparation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1965960" cy="320040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97280"/>
            <a:ext cx="196596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234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2026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1828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 — 500 users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pilot discussions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Circle v1 live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1965960" cy="320040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1965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234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active users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B2B contracts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Bridge AI launch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3720" y="1097280"/>
            <a:ext cx="1965960" cy="320040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1097280"/>
            <a:ext cx="196596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1234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2026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1828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£500K ARR target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clinical partnerships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preparation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solidFill>
            <a:srgbClr val="16183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2027–2031: International expansion  →  Platform partnerships  →  Global CCM standard  →  100K+ users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MyRhythm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Lumosity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Planners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3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Cognitive-specific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Caregiver integration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Energy-aware scheduling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Memory Bridge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Continuous (not episodic)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1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2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MOATS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886200"/>
            <a:ext cx="109728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82219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CCM methodology — not replicable with features alone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4133088"/>
            <a:ext cx="109728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069080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data continuity — real-world cognitive transfer tracking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4379976"/>
            <a:ext cx="109728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4315968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Rhythmic Intelligence engine — personalised cognitive prediction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4626864"/>
            <a:ext cx="109728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562856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Circle network effects — each user brings 2–4 caregivers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4873752"/>
            <a:ext cx="109728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809744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partnerships create switching costs and data lock-in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137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£350K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— Q2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863840" cy="86868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57400"/>
            <a:ext cx="7498080" cy="109728"/>
          </a:xfrm>
          <a:prstGeom prst="rect">
            <a:avLst/>
          </a:prstGeom>
          <a:solidFill>
            <a:srgbClr val="16183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057400"/>
            <a:ext cx="374904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Engineering  —  50%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783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engine, Memory Bridge, mobile apps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7863840" cy="86868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154680"/>
            <a:ext cx="7498080" cy="109728"/>
          </a:xfrm>
          <a:prstGeom prst="rect">
            <a:avLst/>
          </a:prstGeom>
          <a:solidFill>
            <a:srgbClr val="161836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154680"/>
            <a:ext cx="2249424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Partnerships  —  30%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880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pilots, B2B development, marketing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7863840" cy="86868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251960"/>
            <a:ext cx="7498080" cy="109728"/>
          </a:xfrm>
          <a:prstGeom prst="rect">
            <a:avLst/>
          </a:prstGeom>
          <a:solidFill>
            <a:srgbClr val="161836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251960"/>
            <a:ext cx="1499616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&amp; Compliance  —  20%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977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clinical governance, team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  •  MVP live today  •  Clear path to £500K ARR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MyRhythm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the Global Standard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Cognitive Management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clinical care and real life has never been bridged.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3749040"/>
            <a:ext cx="4572000" cy="731520"/>
          </a:xfrm>
          <a:prstGeom prst="rect">
            <a:avLst/>
          </a:prstGeom>
          <a:solidFill>
            <a:srgbClr val="0F1129"/>
          </a:solidFill>
          <a:ln/>
          <a:effectLst>
            <a:outerShdw sx="100000" sy="100000" kx="0" ky="0" algn="bl" rotWithShape="0" blurRad="127000" dist="381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hello@myrhythmapp.com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myrhythmapp.lovable.app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MyRhythm is not a medical device. CCM is a self-management methodology, not a clinical treatment.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MyRhythm CCM Investor Deck - March 2026</dc:title>
  <dc:subject>PptxGenJS Presentation</dc:subject>
  <dc:creator>MyRhythm</dc:creator>
  <cp:lastModifiedBy>MyRhythm</cp:lastModifiedBy>
  <cp:revision>1</cp:revision>
  <dcterms:created xsi:type="dcterms:W3CDTF">2026-03-25T03:35:27Z</dcterms:created>
  <dcterms:modified xsi:type="dcterms:W3CDTF">2026-03-25T03:35:27Z</dcterms:modified>
</cp:coreProperties>
</file>